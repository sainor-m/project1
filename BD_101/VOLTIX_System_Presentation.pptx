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63840" y="914400"/>
            <a:ext cx="3474720" cy="4480560"/>
          </a:xfrm>
          <a:prstGeom prst="roundRect">
            <a:avLst/>
          </a:prstGeom>
          <a:solidFill>
            <a:srgbClr val="0C1623"/>
          </a:solidFill>
          <a:ln w="12700">
            <a:solidFill>
              <a:srgbClr val="19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217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55E5EF"/>
                </a:solidFill>
                <a:latin typeface="Aptos Display"/>
              </a:defRPr>
            </a:pPr>
            <a:r>
              <a:t>⚡ VOLTIX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66751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200" b="1">
                <a:solidFill>
                  <a:srgbClr val="F4F7FB"/>
                </a:solidFill>
                <a:latin typeface="Aptos Display"/>
              </a:defRPr>
            </a:pPr>
            <a:r>
              <a:t>ONLINE GADGET STORE</a:t>
            </a:r>
            <a:br/>
            <a: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4747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A4B2C5"/>
                </a:solidFill>
                <a:latin typeface="Aptos"/>
              </a:defRPr>
            </a:pPr>
            <a:r>
              <a:t>Shop smart. Tech that moves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920240"/>
            <a:ext cx="2651760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0" b="1">
                <a:solidFill>
                  <a:srgbClr val="F4F7FB"/>
                </a:solidFill>
                <a:latin typeface="Aptos Display"/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78892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400" b="1">
                <a:solidFill>
                  <a:srgbClr val="55E5E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06440"/>
            <a:ext cx="6217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55E5EF"/>
                </a:solidFill>
                <a:latin typeface="Aptos"/>
              </a:defRPr>
            </a:pPr>
            <a:r>
              <a:t>BUSINESS PROPOSAL &amp; 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1 — BUSINESS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VOLTIX: Business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An online store concept for everyday technology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4173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3118104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A single catalog for smartphones, laptops, audio, wearables, gaming gear, and accessories.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14173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50008"/>
            <a:ext cx="3118104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Make technology shopping convenient through clear products, simple ordering, and customer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14173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350008"/>
            <a:ext cx="3118104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Become a trusted, easy-to-use destination for everyday technology.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5349240" cy="20574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946903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• Show product details and prices clearly</a:t>
            </a:r>
            <a:br/>
            <a:r>
              <a:t>• Simplify search, cart, and checkout</a:t>
            </a:r>
            <a:br/>
            <a:r>
              <a:t>• Let customers review order status</a:t>
            </a:r>
            <a:br/>
            <a:r>
              <a:t>• Help admins manage products and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40"/>
            <a:ext cx="5349240" cy="20574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68503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PROBLEM &amp;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87368"/>
            <a:ext cx="4946903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Problem: shopping information can be scattered, checkout confusing, and order progress unclear.</a:t>
            </a:r>
            <a:br/>
            <a:br/>
            <a:r>
              <a:t>Solution: one catalog, simple checkout, order history, and manual order-status updates.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2 —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Customers, Competition &amp;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Potential positioning for the VOLTIX demo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6002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TARGET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3118104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Students, working adults, gamers, creators, gadget users, and gift buyers.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16002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CUSTOMER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50008"/>
            <a:ext cx="3118104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Easy browsing, product comparison, clear pricing, checkout, delivery information, and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16002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COMPETITORS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350008"/>
            <a:ext cx="3118104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Large online marketplaces, authorized brand stores, and local gadget shops.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49240" cy="16459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67911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MARKETING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70248"/>
            <a:ext cx="4946903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Social media posts, launch discounts, product bundles, referral offers, and clear warranty/return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349240" cy="16459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867911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UNIQUE SELLING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270248"/>
            <a:ext cx="4946903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A focused gadget catalog, transparent product details, simple checkout, and clear manual order statuses.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55E5EF"/>
                </a:solidFill>
                <a:latin typeface="Aptos"/>
              </a:defRPr>
            </a:pPr>
            <a:r>
              <a:t>Estimated demand: not yet quantified. Conduct customer surveys and prototype testing before forecasting sales.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3 — SYSTEM DESCRIPTION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System Overview &amp;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Browser-based storefront with a simple admin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46304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SYSTEM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4946903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Customers browse products, manage a cart, check out, and view their order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49240" cy="146304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4767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GENERAL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50008"/>
            <a:ext cx="4946903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Provide an organized and convenient online gadget shopping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349240" cy="18288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73075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CUSTOMER /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33087"/>
            <a:ext cx="4946903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• Register and log in</a:t>
            </a:r>
            <a:br/>
            <a:r>
              <a:t>• Search and filter products</a:t>
            </a:r>
            <a:br/>
            <a:r>
              <a:t>• Add to cart and check out</a:t>
            </a:r>
            <a:br/>
            <a:r>
              <a:t>• View orders and their current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349240" cy="18288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73075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133087"/>
            <a:ext cx="4946903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• Add or delete products</a:t>
            </a:r>
            <a:br/>
            <a:r>
              <a:t>• View customer orders</a:t>
            </a:r>
            <a:br/>
            <a:r>
              <a:t>• Manually update order statuses</a:t>
            </a:r>
            <a:br/>
            <a:r>
              <a:t>• Manage the product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3 —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Core Features &amp; Order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The tracking feature shows status only; it does not show a courier's live 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18288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4946903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Login/register, product search and sorting, cart, checkout, order confirmation, order history, admin product management, and manual status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0195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04288"/>
            <a:ext cx="4946903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Responsive layout, readable interface, clear feedback, input validation, and secure access in a production 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55E5EF"/>
                </a:solidFill>
                <a:latin typeface="Aptos"/>
              </a:defRPr>
            </a:pPr>
            <a:r>
              <a:t>ORDER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80560"/>
            <a:ext cx="2331720" cy="960120"/>
          </a:xfrm>
          <a:prstGeom prst="roundRect">
            <a:avLst/>
          </a:prstGeom>
          <a:solidFill>
            <a:srgbClr val="13202F"/>
          </a:solidFill>
          <a:ln w="12700">
            <a:solidFill>
              <a:srgbClr val="2C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55E5EF"/>
                </a:solidFill>
                <a:latin typeface="Aptos"/>
              </a:defRPr>
            </a:pPr>
            <a:r>
              <a:t>Order Placed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56048"/>
            <a:ext cx="2148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F4F7FB"/>
                </a:solidFill>
                <a:latin typeface="Aptos"/>
              </a:defRPr>
            </a:pPr>
            <a:r>
              <a:t>Customer checks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475488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480560"/>
            <a:ext cx="2331720" cy="960120"/>
          </a:xfrm>
          <a:prstGeom prst="roundRect">
            <a:avLst/>
          </a:prstGeom>
          <a:solidFill>
            <a:srgbClr val="13202F"/>
          </a:solidFill>
          <a:ln w="12700">
            <a:solidFill>
              <a:srgbClr val="2C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617720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55E5EF"/>
                </a:solidFill>
                <a:latin typeface="Aptos"/>
              </a:defRPr>
            </a:pPr>
            <a:r>
              <a:t>To 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56048"/>
            <a:ext cx="2148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F4F7FB"/>
                </a:solidFill>
                <a:latin typeface="Aptos"/>
              </a:defRPr>
            </a:pPr>
            <a:r>
              <a:t>Admin prepares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75488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80560"/>
            <a:ext cx="2331720" cy="960120"/>
          </a:xfrm>
          <a:prstGeom prst="roundRect">
            <a:avLst/>
          </a:prstGeom>
          <a:solidFill>
            <a:srgbClr val="13202F"/>
          </a:solidFill>
          <a:ln w="12700">
            <a:solidFill>
              <a:srgbClr val="2C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617720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55E5EF"/>
                </a:solidFill>
                <a:latin typeface="Aptos"/>
              </a:defRPr>
            </a:pPr>
            <a:r>
              <a:t>To Receive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956048"/>
            <a:ext cx="2148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F4F7FB"/>
                </a:solidFill>
                <a:latin typeface="Aptos"/>
              </a:defRPr>
            </a:pPr>
            <a:r>
              <a:t>Marked as shipped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475488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480560"/>
            <a:ext cx="2331720" cy="960120"/>
          </a:xfrm>
          <a:prstGeom prst="roundRect">
            <a:avLst/>
          </a:prstGeom>
          <a:solidFill>
            <a:srgbClr val="13202F"/>
          </a:solidFill>
          <a:ln w="12700">
            <a:solidFill>
              <a:srgbClr val="2C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4617720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55E5EF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4956048"/>
            <a:ext cx="2148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F4F7FB"/>
                </a:solidFill>
                <a:latin typeface="Aptos"/>
              </a:defRPr>
            </a:pPr>
            <a:r>
              <a:t>Received by 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Statuses are changed manually by the admin. No GPS, map, or automatic courier updates.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3 —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How VOLTIX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Simplified system flow for the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Login /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880360"/>
            <a:ext cx="274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Browse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274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Cart &amp;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880360"/>
            <a:ext cx="274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Order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880360"/>
            <a:ext cx="274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Admin Updates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2880360"/>
            <a:ext cx="274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A4B2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2423160"/>
            <a:ext cx="1600200" cy="1234440"/>
          </a:xfrm>
          <a:prstGeom prst="roundRect">
            <a:avLst/>
          </a:prstGeom>
          <a:solidFill>
            <a:srgbClr val="111D2C"/>
          </a:solidFill>
          <a:ln w="12700">
            <a:solidFill>
              <a:srgbClr val="2B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578608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55E5E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926080"/>
            <a:ext cx="1417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4F7FB"/>
                </a:solidFill>
                <a:latin typeface="Aptos"/>
              </a:defRPr>
            </a:pPr>
            <a:r>
              <a:t>Customer Views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251960"/>
            <a:ext cx="4800600" cy="11430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416552"/>
            <a:ext cx="43982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818888"/>
            <a:ext cx="4398264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Account details, product choice, quantity, address, and payment selection.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51960"/>
            <a:ext cx="4800600" cy="114300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416552"/>
            <a:ext cx="43982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818888"/>
            <a:ext cx="4398264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Order confirmation, order history, and manually updated order status.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55E5EF"/>
                </a:solidFill>
                <a:latin typeface="Aptos"/>
              </a:defRPr>
            </a:pPr>
            <a:r>
              <a:t>CHAPTER 3 — SAMPLE INTERFACES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7FB"/>
                </a:solidFill>
                <a:latin typeface="Aptos"/>
              </a:defRPr>
            </a:pPr>
            <a:r>
              <a:t>Website Screens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1615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4B2C5"/>
                </a:solidFill>
                <a:latin typeface="Aptos"/>
              </a:defRPr>
            </a:pPr>
            <a:r>
              <a:t>Sample views included in the VOLTIX demo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92024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SHOP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3118104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Search and category filters</a:t>
            </a:r>
            <a:br/>
            <a:r>
              <a:t>Product cards and prices</a:t>
            </a:r>
            <a:br/>
            <a:r>
              <a:t>Add-to-cart buttons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192024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CART &amp;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50008"/>
            <a:ext cx="3118104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Quantity controls</a:t>
            </a:r>
            <a:br/>
            <a:r>
              <a:t>Delivery details</a:t>
            </a:r>
            <a:br/>
            <a:r>
              <a:t>Payment selection (demo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192024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4767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350008"/>
            <a:ext cx="3118104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Add/delete products</a:t>
            </a:r>
            <a:br/>
            <a:r>
              <a:t>View customer orders</a:t>
            </a:r>
            <a:br/>
            <a:r>
              <a:t>Update order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5349240" cy="132588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23367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636008"/>
            <a:ext cx="4946903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HTML — structure   |   CSS — design</a:t>
            </a:r>
            <a:br/>
            <a:r>
              <a:t>JavaScript — interactions   |   localStorage — demo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69080"/>
            <a:ext cx="5349240" cy="132588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233672"/>
            <a:ext cx="49469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LIMITATIONS &amp;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636008"/>
            <a:ext cx="4946903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Prototype data stays in the same browser. A real launch needs a secure backend, shared database, and payment/shipping integrations.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55E5EF"/>
                </a:solidFill>
                <a:latin typeface="Aptos"/>
              </a:defRPr>
            </a:pPr>
            <a:r>
              <a:t>VOLTIX  •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955279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4F7FB"/>
                </a:solidFill>
                <a:latin typeface="Aptos Display"/>
              </a:defRPr>
            </a:pPr>
            <a:r>
              <a:t>A simpler way to shop for tech.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8580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900" b="0">
                <a:solidFill>
                  <a:srgbClr val="A4B2C5"/>
                </a:solidFill>
                <a:latin typeface="Aptos"/>
              </a:defRPr>
            </a:pPr>
            <a:r>
              <a:t>VOLTIX brings product browsing, checkout, admin management, and simple order-status updates into one demo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291840" cy="2103120"/>
          </a:xfrm>
          <a:prstGeom prst="roundRect">
            <a:avLst/>
          </a:prstGeom>
          <a:solidFill>
            <a:srgbClr val="111725"/>
          </a:solidFill>
          <a:ln w="12700"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47888" y="1581912"/>
            <a:ext cx="288950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55E5EF"/>
                </a:solidFill>
                <a:latin typeface="Aptos"/>
              </a:defRPr>
            </a:pPr>
            <a:r>
              <a:t>KEY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984248"/>
            <a:ext cx="2889504" cy="14173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B"/>
                </a:solidFill>
                <a:latin typeface="Aptos"/>
              </a:defRPr>
            </a:pPr>
            <a:r>
              <a:t>Easy shopping and clearer order progress—without claiming real-time delivery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7132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300" b="1">
                <a:solidFill>
                  <a:srgbClr val="55E5E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A4B2C5"/>
                </a:solidFill>
                <a:latin typeface="Aptos"/>
              </a:defRPr>
            </a:pPr>
            <a:r>
              <a:t>VOLTIX  •  ONLINE GADGET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4B2C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